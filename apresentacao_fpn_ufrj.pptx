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FEDERAL DO RIO DE JANEIRO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Instituto de Computação  ·  Bacharelado em Ciência da Computação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97280" y="1143000"/>
            <a:ext cx="6949440" cy="36576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do Processo de Divulgação dos Projetos de Extensão no Instituto de Computação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097280" y="2651760"/>
            <a:ext cx="6949440" cy="36576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do Projeto Final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Cauã Elias Dourado Moitinho  ·  Gabriel Martins de Freire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ABD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Matheus Avila Abreu de Lima  ·  Paulo Roberto Ferreira de Godoy Moreira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Processo de Negócio  ·  Prof.ª Juliana França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960120"/>
            <a:ext cx="2560320" cy="146304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Ensino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" y="16733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acadêmica e transmissão do conhecimento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46704" y="960120"/>
            <a:ext cx="2560320" cy="146304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46704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38144" y="16733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científica e inovação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35624" y="960120"/>
            <a:ext cx="2560320" cy="14630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35624" y="1234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27064" y="1673352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Interação com a sociedade e aplicação do conhecimento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560320"/>
            <a:ext cx="8595360" cy="384048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5786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Federal 13.005/2014 — atividades de extensão devem compor no mínimo 10% da carga horária curricular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74320" y="306324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Apesar de sua importância, a extensão foi historicamente tratada como o "primo pobre" das atividades universitárias — com estruturas menos consolidadas e baixa visibilidade junto ao corpo discente.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3886200"/>
            <a:ext cx="8595360" cy="43891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886200"/>
            <a:ext cx="8595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propor automação do processo de divulgação de extensões no IC/UFRJ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 Problema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393192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3931920" cy="4572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3840480" cy="1920240"/>
          </a:xfrm>
          <a:prstGeom prst="rect">
            <a:avLst/>
          </a:prstGeom>
          <a:noFill/>
          <a:ln/>
        </p:spPr>
        <p:txBody>
          <a:bodyPr wrap="square" lIns="50800" tIns="177800" rIns="762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 onde encontrar extensões do IC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 não permite filtro por perfil ou área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PR-5 é genérico e pouco acessível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 dispersas sem notificações ativas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983480" y="914400"/>
            <a:ext cx="3931920" cy="2606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83480" y="914400"/>
            <a:ext cx="3931920" cy="4572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9875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/ Coordenador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444752"/>
            <a:ext cx="3840480" cy="1920240"/>
          </a:xfrm>
          <a:prstGeom prst="rect">
            <a:avLst/>
          </a:prstGeom>
          <a:noFill/>
          <a:ln/>
        </p:spPr>
        <p:txBody>
          <a:bodyPr wrap="square" lIns="50800" tIns="177800" rIns="762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Burocracia excessiva para criar extensões no SIGA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canal específico do IC para divulgar vagas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e-mails manuais e redes sociais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atrair alunos com perfis específicos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685032"/>
            <a:ext cx="8686800" cy="41148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3685032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atual: descentralizado, burocrático e ineficaz para ambas as partes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1965960" cy="5029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149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Documental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" y="2011680"/>
            <a:ext cx="17465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do SIGA e do portal PR-5 — portais de consulta e divulgação de extensões da UFRJ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50008" y="96012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50008" y="960120"/>
            <a:ext cx="1965960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0008" y="10149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41448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59736" y="2011680"/>
            <a:ext cx="17465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Prof.ª Maria Luiza (IC/UFRJ) — referência em extensão; levantamento do processo atual e principais dores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25696" y="96012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25696" y="960120"/>
            <a:ext cx="1965960" cy="5029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5696" y="10149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517136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Questionário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35424" y="2011680"/>
            <a:ext cx="17465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com discentes do IC — 16 respondentes — percepção sobre extensões e canais preferidos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01384" y="960120"/>
            <a:ext cx="196596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01384" y="960120"/>
            <a:ext cx="1965960" cy="502920"/>
          </a:xfrm>
          <a:prstGeom prst="rect">
            <a:avLst/>
          </a:prstGeom>
          <a:solidFill>
            <a:srgbClr val="2E5FA3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01384" y="1014984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592824" y="155448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Bibliográfica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11112" y="2011680"/>
            <a:ext cx="1746504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existentes, comunicação institucional, canais digitais preferidos e LLMs para classificação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" y="393192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 mista (qualitativa + quantitativa) para compreensão completa do processo atual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Formulário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68680"/>
            <a:ext cx="192024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65760" y="1645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Discentes do IC/UFRJ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8686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331720" y="868680"/>
            <a:ext cx="192024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423160" y="1645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 onde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4 de 16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8686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89120" y="868680"/>
            <a:ext cx="192024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480560" y="1645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 "mais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menos"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8056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16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46520" y="868680"/>
            <a:ext cx="19202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868680"/>
            <a:ext cx="1920240" cy="54864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10058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6537960" y="16459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sabem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aonde ir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19476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16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74320" y="2697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preferido para receber notificações: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081528"/>
            <a:ext cx="1170432" cy="47548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08152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Inst.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554480" y="3081528"/>
            <a:ext cx="1170432" cy="475488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54480" y="308152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834640" y="3081528"/>
            <a:ext cx="1170432" cy="475488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308152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114800" y="3081528"/>
            <a:ext cx="1170432" cy="47548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0" y="3081528"/>
            <a:ext cx="11704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do IC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2697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3063240"/>
            <a:ext cx="3383280" cy="1463040"/>
          </a:xfrm>
          <a:prstGeom prst="rect">
            <a:avLst/>
          </a:prstGeom>
          <a:noFill/>
          <a:ln/>
        </p:spPr>
        <p:txBody>
          <a:bodyPr wrap="square" lIns="50800" tIns="177800" rIns="762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Maioria dos alunos sem acesso fácil às extensões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é formal, mas apps instantâneos são preferidos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confirmam as dores apontadas na entrevista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coletados via Google Forms — discentes do Instituto de Computação — 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Bibliográfico — Sistemas Existentes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914400"/>
            <a:ext cx="4114800" cy="457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SIGProj  ·  FORPROEX / Nacional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8328" y="1280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nacional de gestão de extensões. Amplo, mas voltado para gestão administrativa, não para divulgação ativa ao discente.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44568" y="914400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914400"/>
            <a:ext cx="4114800" cy="457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54296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SIGEX  ·  Univasf — Silva et al. (2024)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1280160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ações extensionistas: submissão, avaliação e organização. Foco interno, sem notificações ativas.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578608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578608"/>
            <a:ext cx="4114800" cy="4572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" y="2670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Univates  ·  Leidemer et al. (2025)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" y="294436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para gestão e visualização de extensões usando BPMN. Demonstra viabilidade de interfaces web centradas no usuário.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44568" y="2578608"/>
            <a:ext cx="4114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44568" y="2578608"/>
            <a:ext cx="4114800" cy="4572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54296" y="2670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UFSC  ·  Cabrera (2024)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54296" y="294436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TCC focado em apoio a extensões e estruturação de fluxos de informação. Valida abordagem de automação de processos extensionistas.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206240"/>
            <a:ext cx="8686800" cy="420624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206240"/>
            <a:ext cx="8686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Lacuna: nenhum sistema foca em divulgação ativa e multicanal para discentes de uma unidade específica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Bibliográfico — Comunicação, Canais e Tecnologia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8686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68680"/>
            <a:ext cx="4114800" cy="41148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92354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Institucional nas IFES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" y="1344168"/>
            <a:ext cx="3931920" cy="11430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é o canal formal mais consolidado (Santos &amp; Ventura, 2021)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 publicação digital não garante alcance (Mannarino, 2010)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 de canais dificulta disseminação eficaz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98848" y="868680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98848" y="868680"/>
            <a:ext cx="4114800" cy="4114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08576" y="923544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Preferidos dos Discentes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08576" y="1344168"/>
            <a:ext cx="3931920" cy="11430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 Telegram superam e-mail em engajamento (Rodrigues &amp; Grané, 2023)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aceitabilidade do WhatsApp em IFES (Galvão &amp; Araújo Martins, 2024)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 estratégia multicanal adotada no Might-Be Final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1168" y="272491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2724912"/>
            <a:ext cx="4114800" cy="41148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277977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para Classificação de Texto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10896" y="3200400"/>
            <a:ext cx="3931920" cy="11430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classification competitiva com LLMs (Wang et al., 2023)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como ranqueadores zero-shot para recomendação (Hou et al., 2024)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Viabilizaria triagem automática de extensões externas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98848" y="2724912"/>
            <a:ext cx="411480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98848" y="2724912"/>
            <a:ext cx="4114800" cy="411480"/>
          </a:xfrm>
          <a:prstGeom prst="rect">
            <a:avLst/>
          </a:prstGeom>
          <a:solidFill>
            <a:srgbClr val="5B6E8C"/>
          </a:solidFill>
          <a:ln w="12700">
            <a:solidFill>
              <a:srgbClr val="5B6E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08576" y="277977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e Sistemas Institucionais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608576" y="3200400"/>
            <a:ext cx="3931920" cy="1143000"/>
          </a:xfrm>
          <a:prstGeom prst="rect">
            <a:avLst/>
          </a:prstGeom>
          <a:noFill/>
          <a:ln/>
        </p:spPr>
        <p:txBody>
          <a:bodyPr wrap="square" lIns="25400" tIns="127000" rIns="50800" bIns="2540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com dados de estudantes devem seguir Lei 13.709/2018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ANPD (2023): guia para dados em fins acadêmicos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base legal, minimização de dados e transparência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— Processo Atual de Divulgação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896112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896112"/>
            <a:ext cx="54864" cy="8686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9875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3192" y="124358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Extensão aparece automaticamente ao ser ativada. Sem filtros por perfil, sem notificações ao aluno.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1856232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8600" y="1856232"/>
            <a:ext cx="54864" cy="8686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19476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PR-5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" y="220370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acessa pr5.ufrj.br e divulga manualmente. Visibilidade ampla mas genérica, sem segmentação por curso.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2816352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816352"/>
            <a:ext cx="54864" cy="8686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290779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Institucional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" y="316382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Coordenação dispara e-mails esporadicamente. Demanda esforço manual do docente e tem baixo engajamento.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776472"/>
            <a:ext cx="420624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3776472"/>
            <a:ext cx="54864" cy="8686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867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93192" y="4123944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e YouTube do IC — pouco dinâmicos. Dependem de iniciativas individuais dos professores.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896112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Gargalos identificados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1325880"/>
            <a:ext cx="4251960" cy="3383280"/>
          </a:xfrm>
          <a:prstGeom prst="rect">
            <a:avLst/>
          </a:prstGeom>
          <a:solidFill>
            <a:srgbClr val="FFF3CD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63440" y="1325880"/>
            <a:ext cx="4251960" cy="36576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444752"/>
            <a:ext cx="3977640" cy="3017520"/>
          </a:xfrm>
          <a:prstGeom prst="rect">
            <a:avLst/>
          </a:prstGeom>
          <a:noFill/>
          <a:ln/>
        </p:spPr>
        <p:txBody>
          <a:bodyPr wrap="square" lIns="50800" tIns="152400" rIns="762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canal próprio do IC para extensões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completamente manual e descentralizado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Impossível filtrar extensões por perfil ou área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mecanismo de push — aluno precisa buscar ativamente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Burocracia excessiva desestimula coordenadores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fragmentada entre múltiplas plataformas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Might-Be Inicial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60120"/>
            <a:ext cx="1874520" cy="169164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28600" y="1344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SIGA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periódico das extensões ativas do IC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769364"/>
            <a:ext cx="146304" cy="36576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0" y="960120"/>
            <a:ext cx="1874520" cy="1691640"/>
          </a:xfrm>
          <a:prstGeom prst="rect">
            <a:avLst/>
          </a:prstGeom>
          <a:solidFill>
            <a:srgbClr val="2E5FA3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86000" y="1344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LLM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1764792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classifica extensões externas relevantes para o 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78808" y="1769364"/>
            <a:ext cx="146304" cy="36576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43400" y="960120"/>
            <a:ext cx="1874520" cy="1691640"/>
          </a:xfrm>
          <a:prstGeom prst="rect">
            <a:avLst/>
          </a:prstGeom>
          <a:solidFill>
            <a:srgbClr val="2C6E4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43400" y="1344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E-mail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34840" y="1764792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institucional automático para discentes do 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36208" y="1769364"/>
            <a:ext cx="146304" cy="36576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960120"/>
            <a:ext cx="1874520" cy="1691640"/>
          </a:xfrm>
          <a:prstGeom prst="rect">
            <a:avLst/>
          </a:prstGeom>
          <a:solidFill>
            <a:srgbClr val="5B6E8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0" y="134416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Estática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1764792"/>
            <a:ext cx="1691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extensões no site do IC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28600" y="2834640"/>
            <a:ext cx="8686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Limitações do Cenário Inicial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" y="3246120"/>
            <a:ext cx="868680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65760" y="3337560"/>
            <a:ext cx="8412480" cy="1325880"/>
          </a:xfrm>
          <a:prstGeom prst="rect">
            <a:avLst/>
          </a:prstGeom>
          <a:noFill/>
          <a:ln/>
        </p:spPr>
        <p:txBody>
          <a:bodyPr wrap="square" lIns="50800" tIns="177800" rIns="101600" bIns="508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como único canal: baixo engajamento real junto aos discentes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para filtragem: custo, viés algorítmico e falta de validação humana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pouco segmentada — sem personalização por perfil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 estática: sem notificações ativas (push) para novas oportunidades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Might-Be Final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960120"/>
            <a:ext cx="1874520" cy="1600200"/>
          </a:xfrm>
          <a:prstGeom prst="rect">
            <a:avLst/>
          </a:prstGeom>
          <a:solidFill>
            <a:srgbClr val="1A2E5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" y="13075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SIGA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92608" y="1737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periódico de extensões ativas do IC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103120" y="1741932"/>
            <a:ext cx="146304" cy="4572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76856" y="960120"/>
            <a:ext cx="1874520" cy="1600200"/>
          </a:xfrm>
          <a:prstGeom prst="rect">
            <a:avLst/>
          </a:prstGeom>
          <a:solidFill>
            <a:srgbClr val="2E5FA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276856" y="13075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Centralizado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368296" y="1737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web único de oportunidades do 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78808" y="1741932"/>
            <a:ext cx="146304" cy="4572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2544" y="960120"/>
            <a:ext cx="1874520" cy="1600200"/>
          </a:xfrm>
          <a:prstGeom prst="rect">
            <a:avLst/>
          </a:prstGeom>
          <a:solidFill>
            <a:srgbClr val="C8953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352544" y="13075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43984" y="1737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extensões externas antes da divulgação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54496" y="1741932"/>
            <a:ext cx="146304" cy="4572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28232" y="960120"/>
            <a:ext cx="1874520" cy="1600200"/>
          </a:xfrm>
          <a:prstGeom prst="rect">
            <a:avLst/>
          </a:prstGeom>
          <a:solidFill>
            <a:srgbClr val="2C6E4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28232" y="130759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Multicanal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19672" y="1737360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+ Telegram + WhatsApp Institucional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01168" y="274320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Canais de Divulgação Ativos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01168" y="3127248"/>
            <a:ext cx="2697480" cy="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01168" y="3127248"/>
            <a:ext cx="2697480" cy="36576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32186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Institucional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92608" y="351129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formal consolidado. Alcance garantido a todos os discentes do IC.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127248" y="3127248"/>
            <a:ext cx="2697480" cy="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127248" y="3127248"/>
            <a:ext cx="2697480" cy="36576"/>
          </a:xfrm>
          <a:prstGeom prst="rect">
            <a:avLst/>
          </a:prstGeom>
          <a:solidFill>
            <a:srgbClr val="2CA5E0"/>
          </a:solidFill>
          <a:ln w="12700">
            <a:solidFill>
              <a:srgbClr val="2CA5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32186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A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18688" y="351129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instantâneas. Alta taxa de abertura e engajamento.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053328" y="3127248"/>
            <a:ext cx="2697480" cy="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53328" y="3127248"/>
            <a:ext cx="2697480" cy="36576"/>
          </a:xfrm>
          <a:prstGeom prst="rect">
            <a:avLst/>
          </a:prstGeom>
          <a:solidFill>
            <a:srgbClr val="25D366"/>
          </a:solidFill>
          <a:ln w="12700">
            <a:solidFill>
              <a:srgbClr val="25D3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4768" y="32186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D3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Institucional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44768" y="3511296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mais utilizado pelo corpo discente. Comunicação direta e rápida.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Might-Be Final?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868680"/>
            <a:ext cx="40690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68680"/>
            <a:ext cx="4069080" cy="438912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960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só não basta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10896" y="1380744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do formulário e literatura confirmam baixa efetividade: discentes recebem grande volume e muitos e-mails ficam sem leitura (Rodrigues &amp; Grané, 2023).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53128" y="868680"/>
            <a:ext cx="40690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53128" y="868680"/>
            <a:ext cx="4069080" cy="43891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62856" y="9601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Multicanal aumenta alcance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62856" y="1380744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e Telegram têm alta aceitabilidade nos campi brasileiros (Galvão &amp; Araújo Martins, 2024). Portal web complementa com busca ativa.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" y="2697480"/>
            <a:ext cx="40690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1168" y="2697480"/>
            <a:ext cx="4069080" cy="438912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" y="2788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supera LLM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" y="3209544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Prof.ª Maria Luiza: o IC opera por comissões. Validação humana garante qualidade, confiabilidade e alinhamento institucional que modelos de IA não oferecem com segurança.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53128" y="2697480"/>
            <a:ext cx="406908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53128" y="2697480"/>
            <a:ext cx="4069080" cy="438912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62856" y="278892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centralizado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62856" y="3209544"/>
            <a:ext cx="38862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 a fragmentação entre SIGA, PR-5 e redes sociais. Um único lugar para estudantes buscarem e se inscreverem em extensões do IC.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896112"/>
            <a:ext cx="4160520" cy="384048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896112"/>
            <a:ext cx="4160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6032" y="13716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&amp; SIGA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56032" y="16276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1524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periódico do SIGA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" y="18836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1524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novas extensões ativas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" y="21854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Comitê de Extensão IC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56032" y="24414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1524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de extensões externas para revisão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" y="26974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1524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aprovação/rejeição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" y="299923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56032" y="3255264"/>
            <a:ext cx="3977640" cy="256032"/>
          </a:xfrm>
          <a:prstGeom prst="rect">
            <a:avLst/>
          </a:prstGeom>
          <a:noFill/>
          <a:ln/>
        </p:spPr>
        <p:txBody>
          <a:bodyPr wrap="square" lIns="0" tIns="1524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 e busca de extensões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" y="3511296"/>
            <a:ext cx="3977640" cy="256032"/>
          </a:xfrm>
          <a:prstGeom prst="rect">
            <a:avLst/>
          </a:prstGeom>
          <a:noFill/>
          <a:ln/>
        </p:spPr>
        <p:txBody>
          <a:bodyPr wrap="square" lIns="0" tIns="1524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área, modalidade e carga horária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" y="381304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56032" y="4069080"/>
            <a:ext cx="3977640" cy="256032"/>
          </a:xfrm>
          <a:prstGeom prst="rect">
            <a:avLst/>
          </a:prstGeom>
          <a:noFill/>
          <a:ln/>
        </p:spPr>
        <p:txBody>
          <a:bodyPr wrap="square" lIns="0" tIns="1524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multicanal (e-mail, Telegram, WhatsApp)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032" y="4325112"/>
            <a:ext cx="3977640" cy="256032"/>
          </a:xfrm>
          <a:prstGeom prst="rect">
            <a:avLst/>
          </a:prstGeom>
          <a:noFill/>
          <a:ln/>
        </p:spPr>
        <p:txBody>
          <a:bodyPr wrap="square" lIns="0" tIns="152400" rIns="5080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Preferências de notificação por aluno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896112"/>
            <a:ext cx="4343400" cy="38404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89611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Não Funcionais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1371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79008" y="1371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&lt; 5 min; portal carrega em &lt; 2s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63440" y="1828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79008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LGPD: base legal, minimização e controle de acesso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663440" y="22860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79008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intuitiva para discentes e docentes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63440" y="27432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779008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Expansível para outras unidades da UFRJ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63440" y="32004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79008" y="3200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&gt; 99%; logs de auditoria e alertas de falha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663440" y="36576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Restrições: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79008" y="3657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Open-source; sem escrita direta no SIGA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da Solução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960120"/>
            <a:ext cx="2606040" cy="4572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3327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&amp; Processamento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554480"/>
            <a:ext cx="2386584" cy="56692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38912" y="1581912"/>
            <a:ext cx="2276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Python (scraping SIGA)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2240280"/>
            <a:ext cx="2386584" cy="56692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" y="2267712"/>
            <a:ext cx="2276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detecção de novidades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926080"/>
            <a:ext cx="2386584" cy="56692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" y="2953512"/>
            <a:ext cx="2276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p/ Comitê de Extensão IC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16936" y="2354580"/>
            <a:ext cx="201168" cy="4572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96012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960120"/>
            <a:ext cx="2606040" cy="45720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03327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Lógica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64408" y="1554480"/>
            <a:ext cx="2386584" cy="56692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9272" y="1581912"/>
            <a:ext cx="2276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(FastAPI / Node.js)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64408" y="2240280"/>
            <a:ext cx="2386584" cy="56692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19272" y="2267712"/>
            <a:ext cx="2276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(PostgreSQL)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64408" y="2926080"/>
            <a:ext cx="2386584" cy="56692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19272" y="2953512"/>
            <a:ext cx="2276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(UFRJ SSO)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797296" y="2354580"/>
            <a:ext cx="201168" cy="4572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960120"/>
            <a:ext cx="2606040" cy="2834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960120"/>
            <a:ext cx="2606040" cy="457200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35040" y="1033272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&amp; Notificação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144768" y="1554480"/>
            <a:ext cx="2386584" cy="56692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199632" y="1581912"/>
            <a:ext cx="2276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 (React)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44768" y="2240280"/>
            <a:ext cx="2386584" cy="56692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99632" y="2267712"/>
            <a:ext cx="2276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institucional (e-mail)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44768" y="2926080"/>
            <a:ext cx="2386584" cy="56692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99632" y="2953512"/>
            <a:ext cx="22768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 Telegram &amp; WhatsApp Business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399592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Agendador (cron job) aciona coleta → backend processa → portal atualiza + notificações disparadas automaticamente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886968"/>
            <a:ext cx="2386584" cy="1417320"/>
          </a:xfrm>
          <a:prstGeom prst="rect">
            <a:avLst/>
          </a:prstGeom>
          <a:solidFill>
            <a:srgbClr val="D6E4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886968"/>
            <a:ext cx="23865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[Demonstração ao vivo]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240487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Automação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84048" y="2715768"/>
            <a:ext cx="2386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extensões ativas do IC via scraping do SIGA, processa os dados e detecta novidades em comparação ao registro anterior.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3483864"/>
            <a:ext cx="2386584" cy="237744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483864"/>
            <a:ext cx="2386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SIGA Scraping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154680" y="77724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886968"/>
            <a:ext cx="2386584" cy="1417320"/>
          </a:xfrm>
          <a:prstGeom prst="rect">
            <a:avLst/>
          </a:prstGeom>
          <a:solidFill>
            <a:srgbClr val="D6E4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886968"/>
            <a:ext cx="23865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[Demonstração ao vivo]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64408" y="240487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Web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264408" y="2715768"/>
            <a:ext cx="2386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centralizada com listagem de extensões, filtros por área e carga horária, e links diretos para inscrição.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64408" y="3483864"/>
            <a:ext cx="2386584" cy="237744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64408" y="3483864"/>
            <a:ext cx="2386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IC/UFRJ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35040" y="777240"/>
            <a:ext cx="260604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44768" y="886968"/>
            <a:ext cx="2386584" cy="1417320"/>
          </a:xfrm>
          <a:prstGeom prst="rect">
            <a:avLst/>
          </a:prstGeom>
          <a:solidFill>
            <a:srgbClr val="D6E4F7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44768" y="886968"/>
            <a:ext cx="23865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[Demonstração ao vivo]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44768" y="2404872"/>
            <a:ext cx="2386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Notificações Multicanal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44768" y="2715768"/>
            <a:ext cx="2386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 automático: e-mail institucional, bot Telegram e mensagem WhatsApp Business a cada nova extensão detectada.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44768" y="3483864"/>
            <a:ext cx="2386584" cy="237744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44768" y="3483864"/>
            <a:ext cx="238658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E5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· Telegram · WhatsApp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ao vivo durante a apresentação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903427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 e Limitações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" y="713232"/>
            <a:ext cx="9034272" cy="41148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896112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1168" y="896112"/>
            <a:ext cx="40690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0896" y="987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SIGA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57016" y="987552"/>
            <a:ext cx="64008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57016" y="98755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0896" y="1280160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API pública oficial. Scraping é sujeito a quebras em caso de mudanças no portal.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453128" y="896112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53128" y="896112"/>
            <a:ext cx="40690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2856" y="98755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LGPD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808976" y="987552"/>
            <a:ext cx="64008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08976" y="987552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62856" y="1280160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dados discentes exige base legal clara, minimização e mecanismos de consentimento.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01168" y="224028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01168" y="2240280"/>
            <a:ext cx="4069080" cy="36576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" y="23317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Institucional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557016" y="2331720"/>
            <a:ext cx="640080" cy="219456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7016" y="233172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0896" y="2624328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 depende do engajamento de coordenadores e do Comitê. Resistência pode retardar implantação.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453128" y="2240280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453128" y="2240280"/>
            <a:ext cx="4069080" cy="36576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62856" y="233172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do Comitê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08976" y="2331720"/>
            <a:ext cx="640080" cy="219456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08976" y="2331720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62856" y="2624328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 ou desinteresse do comitê pode criar gargalo na aprovação de extensões externas.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01168" y="3584448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01168" y="3584448"/>
            <a:ext cx="4069080" cy="3657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0896" y="36758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de Canais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557016" y="3675888"/>
            <a:ext cx="640080" cy="21945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57016" y="367588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0896" y="3968496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todos os discentes usam Telegram/WhatsApp com número institucional. E-mail permanece canal base.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453128" y="3584448"/>
            <a:ext cx="406908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453128" y="3584448"/>
            <a:ext cx="4069080" cy="3657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62856" y="367588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 para UFRJ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7808976" y="3675888"/>
            <a:ext cx="640080" cy="219456"/>
          </a:xfrm>
          <a:prstGeom prst="rect">
            <a:avLst/>
          </a:prstGeom>
          <a:solidFill>
            <a:srgbClr val="2C6E49"/>
          </a:solidFill>
          <a:ln w="12700">
            <a:solidFill>
              <a:srgbClr val="2C6E4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08976" y="3675888"/>
            <a:ext cx="640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62856" y="3968496"/>
            <a:ext cx="3867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outras unidades exige parametrização e alinhamento com a PR-5, aumentando complexidade.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069080" cy="1463040"/>
          </a:xfrm>
          <a:prstGeom prst="rect">
            <a:avLst/>
          </a:prstGeom>
          <a:solidFill>
            <a:srgbClr val="24335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57200" cy="14630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533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1051560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usuários reais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3410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com discentes e coordenadores do IC para ajuste de UX e fluxos do sistema.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822960"/>
            <a:ext cx="4069080" cy="1463040"/>
          </a:xfrm>
          <a:prstGeom prst="rect">
            <a:avLst/>
          </a:prstGeom>
          <a:solidFill>
            <a:srgbClr val="24335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822960"/>
            <a:ext cx="457200" cy="14630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135331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74920" y="1051560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no IC/UFRJ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1417320"/>
            <a:ext cx="3410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do portal e bots em infraestrutura do instituto com suporte do Comitê de Extensão.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468880"/>
            <a:ext cx="4069080" cy="1463040"/>
          </a:xfrm>
          <a:prstGeom prst="rect">
            <a:avLst/>
          </a:prstGeom>
          <a:solidFill>
            <a:srgbClr val="24335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468880"/>
            <a:ext cx="457200" cy="14630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992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" y="2697480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API oficial do SIGA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" y="3063240"/>
            <a:ext cx="3410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Substituição do scraping por integração estável quando a UFRJ disponibilizar API pública.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26280" y="2468880"/>
            <a:ext cx="4069080" cy="1463040"/>
          </a:xfrm>
          <a:prstGeom prst="rect">
            <a:avLst/>
          </a:prstGeom>
          <a:solidFill>
            <a:srgbClr val="243358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26280" y="2468880"/>
            <a:ext cx="457200" cy="1463040"/>
          </a:xfrm>
          <a:prstGeom prst="rect">
            <a:avLst/>
          </a:prstGeom>
          <a:solidFill>
            <a:srgbClr val="C8953A"/>
          </a:solidFill>
          <a:ln w="12700">
            <a:solidFill>
              <a:srgbClr val="C895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2999232"/>
            <a:ext cx="457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074920" y="2697480"/>
            <a:ext cx="34107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outras unidades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3063240"/>
            <a:ext cx="34107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Replicar solução para demais centros e institutos da UFRJ em parceria com a PR-5.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9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Automação da Divulgação de Extensões - IC/UFRJ</dc:title>
  <dc:subject>PptxGenJS Presentation</dc:subject>
  <dc:creator>Cauã, Gabriel, Matheus, Paulo Roberto</dc:creator>
  <cp:lastModifiedBy>Cauã, Gabriel, Matheus, Paulo Roberto</cp:lastModifiedBy>
  <cp:revision>1</cp:revision>
  <dcterms:created xsi:type="dcterms:W3CDTF">2026-06-14T14:36:02Z</dcterms:created>
  <dcterms:modified xsi:type="dcterms:W3CDTF">2026-06-14T14:36:02Z</dcterms:modified>
</cp:coreProperties>
</file>